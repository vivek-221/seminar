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66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828B6A84-88F8-43CA-BE2B-800E315DBEE6}" type="datetimeFigureOut">
              <a:rPr lang="en-IN" smtClean="0"/>
              <a:t>31-01-2020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5560" y="4883024"/>
            <a:ext cx="4047239" cy="1195538"/>
          </a:xfr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A0F307F1-F2B9-4FBB-A2D3-D89BC3EA9B19}" type="slidenum">
              <a:rPr lang="en-IN" smtClean="0"/>
              <a:t>‹#›</a:t>
            </a:fld>
            <a:endParaRPr lang="en-IN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1954836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B6A84-88F8-43CA-BE2B-800E315DBEE6}" type="datetimeFigureOut">
              <a:rPr lang="en-IN" smtClean="0"/>
              <a:t>31-01-2020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307F1-F2B9-4FBB-A2D3-D89BC3EA9B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69486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B6A84-88F8-43CA-BE2B-800E315DBEE6}" type="datetimeFigureOut">
              <a:rPr lang="en-IN" smtClean="0"/>
              <a:t>31-01-2020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307F1-F2B9-4FBB-A2D3-D89BC3EA9B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62860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B6A84-88F8-43CA-BE2B-800E315DBEE6}" type="datetimeFigureOut">
              <a:rPr lang="en-IN" smtClean="0"/>
              <a:t>31-01-2020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307F1-F2B9-4FBB-A2D3-D89BC3EA9B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02122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B6A84-88F8-43CA-BE2B-800E315DBEE6}" type="datetimeFigureOut">
              <a:rPr lang="en-IN" smtClean="0"/>
              <a:t>31-01-2020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307F1-F2B9-4FBB-A2D3-D89BC3EA9B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8806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B6A84-88F8-43CA-BE2B-800E315DBEE6}" type="datetimeFigureOut">
              <a:rPr lang="en-IN" smtClean="0"/>
              <a:t>31-01-2020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307F1-F2B9-4FBB-A2D3-D89BC3EA9B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0463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B6A84-88F8-43CA-BE2B-800E315DBEE6}" type="datetimeFigureOut">
              <a:rPr lang="en-IN" smtClean="0"/>
              <a:t>31-01-2020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307F1-F2B9-4FBB-A2D3-D89BC3EA9B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6501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B6A84-88F8-43CA-BE2B-800E315DBEE6}" type="datetimeFigureOut">
              <a:rPr lang="en-IN" smtClean="0"/>
              <a:t>31-01-2020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307F1-F2B9-4FBB-A2D3-D89BC3EA9B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2402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B6A84-88F8-43CA-BE2B-800E315DBEE6}" type="datetimeFigureOut">
              <a:rPr lang="en-IN" smtClean="0"/>
              <a:t>31-01-2020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307F1-F2B9-4FBB-A2D3-D89BC3EA9B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3628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B6A84-88F8-43CA-BE2B-800E315DBEE6}" type="datetimeFigureOut">
              <a:rPr lang="en-IN" smtClean="0"/>
              <a:t>31-01-2020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307F1-F2B9-4FBB-A2D3-D89BC3EA9B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5673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B6A84-88F8-43CA-BE2B-800E315DBEE6}" type="datetimeFigureOut">
              <a:rPr lang="en-IN" smtClean="0"/>
              <a:t>31-01-2020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307F1-F2B9-4FBB-A2D3-D89BC3EA9B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16108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B6A84-88F8-43CA-BE2B-800E315DBEE6}" type="datetimeFigureOut">
              <a:rPr lang="en-IN" smtClean="0"/>
              <a:t>31-01-2020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307F1-F2B9-4FBB-A2D3-D89BC3EA9B19}" type="slidenum">
              <a:rPr lang="en-IN" smtClean="0"/>
              <a:t>‹#›</a:t>
            </a:fld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834541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B6A84-88F8-43CA-BE2B-800E315DBEE6}" type="datetimeFigureOut">
              <a:rPr lang="en-IN" smtClean="0"/>
              <a:t>31-01-2020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307F1-F2B9-4FBB-A2D3-D89BC3EA9B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23406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B6A84-88F8-43CA-BE2B-800E315DBEE6}" type="datetimeFigureOut">
              <a:rPr lang="en-IN" smtClean="0"/>
              <a:t>31-01-2020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307F1-F2B9-4FBB-A2D3-D89BC3EA9B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42613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B6A84-88F8-43CA-BE2B-800E315DBEE6}" type="datetimeFigureOut">
              <a:rPr lang="en-IN" smtClean="0"/>
              <a:t>31-01-2020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307F1-F2B9-4FBB-A2D3-D89BC3EA9B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7457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B6A84-88F8-43CA-BE2B-800E315DBEE6}" type="datetimeFigureOut">
              <a:rPr lang="en-IN" smtClean="0"/>
              <a:t>31-01-2020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307F1-F2B9-4FBB-A2D3-D89BC3EA9B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15198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B6A84-88F8-43CA-BE2B-800E315DBEE6}" type="datetimeFigureOut">
              <a:rPr lang="en-IN" smtClean="0"/>
              <a:t>31-01-2020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307F1-F2B9-4FBB-A2D3-D89BC3EA9B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02805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828B6A84-88F8-43CA-BE2B-800E315DBEE6}" type="datetimeFigureOut">
              <a:rPr lang="en-IN" smtClean="0"/>
              <a:t>31-01-2020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A0F307F1-F2B9-4FBB-A2D3-D89BC3EA9B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468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latin typeface="Lucida Handwriting" panose="03010101010101010101" pitchFamily="66" charset="0"/>
              </a:rPr>
              <a:t>block chain</a:t>
            </a:r>
            <a:endParaRPr lang="en-IN" sz="7200" dirty="0">
              <a:latin typeface="Lucida Handwriting" panose="03010101010101010101" pitchFamily="66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7374671" y="3336999"/>
            <a:ext cx="3324452" cy="450280"/>
          </a:xfrm>
          <a:solidFill>
            <a:srgbClr val="002060"/>
          </a:solidFill>
        </p:spPr>
        <p:txBody>
          <a:bodyPr/>
          <a:lstStyle/>
          <a:p>
            <a:r>
              <a:rPr lang="en-US" sz="1800" dirty="0" smtClean="0">
                <a:solidFill>
                  <a:srgbClr val="00B050"/>
                </a:solidFill>
                <a:latin typeface="Bradley Hand ITC" panose="03070402050302030203" pitchFamily="66" charset="0"/>
                <a:ea typeface="Verdana" panose="020B0604030504040204" pitchFamily="34" charset="0"/>
                <a:cs typeface="Arial" panose="020B0604020202020204" pitchFamily="34" charset="0"/>
              </a:rPr>
              <a:t>more  than   just  a  tech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778500" y="3244334"/>
            <a:ext cx="8226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`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697601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   “</a:t>
            </a:r>
            <a:r>
              <a:rPr lang="en-US" dirty="0" err="1" smtClean="0"/>
              <a:t>Wh’s</a:t>
            </a:r>
            <a:r>
              <a:rPr lang="en-US" dirty="0" smtClean="0"/>
              <a:t>”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 smtClean="0">
                <a:latin typeface="Lucida Handwriting" panose="03010101010101010101" pitchFamily="66" charset="0"/>
              </a:rPr>
              <a:t>Why block chain ?? 					</a:t>
            </a:r>
          </a:p>
          <a:p>
            <a:r>
              <a:rPr lang="en-US" dirty="0" smtClean="0">
                <a:latin typeface="Lucida Handwriting" panose="03010101010101010101" pitchFamily="66" charset="0"/>
              </a:rPr>
              <a:t>What is </a:t>
            </a:r>
            <a:r>
              <a:rPr lang="en-US" dirty="0" err="1" smtClean="0">
                <a:latin typeface="Lucida Handwriting" panose="03010101010101010101" pitchFamily="66" charset="0"/>
              </a:rPr>
              <a:t>blockchain</a:t>
            </a:r>
            <a:r>
              <a:rPr lang="en-US" dirty="0" smtClean="0">
                <a:latin typeface="Lucida Handwriting" panose="03010101010101010101" pitchFamily="66" charset="0"/>
              </a:rPr>
              <a:t>??</a:t>
            </a:r>
            <a:endParaRPr lang="en-IN" dirty="0">
              <a:latin typeface="Lucida Handwriting" panose="03010101010101010101" pitchFamily="66" charset="0"/>
            </a:endParaRPr>
          </a:p>
          <a:p>
            <a:r>
              <a:rPr lang="en-US" dirty="0" smtClean="0">
                <a:latin typeface="Lucida Handwriting" panose="03010101010101010101" pitchFamily="66" charset="0"/>
              </a:rPr>
              <a:t>Where to use block chain??</a:t>
            </a:r>
            <a:endParaRPr lang="en-IN" dirty="0">
              <a:latin typeface="Lucida Handwriting" panose="03010101010101010101" pitchFamily="66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5462" y="1578156"/>
            <a:ext cx="3072901" cy="2588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4697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block chain……???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sz="1600" dirty="0">
                <a:latin typeface="Arial Rounded MT Bold" panose="020F0704030504030204" pitchFamily="34" charset="0"/>
              </a:rPr>
              <a:t>to speed up cross-border payments and </a:t>
            </a:r>
            <a:r>
              <a:rPr lang="en-US" sz="1600" dirty="0" smtClean="0">
                <a:latin typeface="Arial Rounded MT Bold" panose="020F0704030504030204" pitchFamily="34" charset="0"/>
              </a:rPr>
              <a:t>reduce  </a:t>
            </a:r>
            <a:r>
              <a:rPr lang="en-US" sz="1600" dirty="0">
                <a:latin typeface="Arial Rounded MT Bold" panose="020F0704030504030204" pitchFamily="34" charset="0"/>
              </a:rPr>
              <a:t>transaction fees</a:t>
            </a:r>
            <a:r>
              <a:rPr lang="en-US" sz="1600" dirty="0" smtClean="0">
                <a:latin typeface="Arial Rounded MT Bold" panose="020F0704030504030204" pitchFamily="34" charset="0"/>
              </a:rPr>
              <a:t>.</a:t>
            </a:r>
            <a:endParaRPr lang="en-IN" sz="1600" dirty="0">
              <a:latin typeface="Arial Rounded MT Bold" panose="020F0704030504030204" pitchFamily="34" charset="0"/>
            </a:endParaRPr>
          </a:p>
          <a:p>
            <a:r>
              <a:rPr lang="en-US" sz="1600" dirty="0">
                <a:latin typeface="Arial Rounded MT Bold" panose="020F0704030504030204" pitchFamily="34" charset="0"/>
              </a:rPr>
              <a:t>it speeds up processes, improves efficiency and lowers cost</a:t>
            </a:r>
            <a:r>
              <a:rPr lang="en-US" sz="1600" dirty="0" smtClean="0">
                <a:latin typeface="Arial Rounded MT Bold" panose="020F0704030504030204" pitchFamily="34" charset="0"/>
              </a:rPr>
              <a:t>.</a:t>
            </a:r>
          </a:p>
          <a:p>
            <a:r>
              <a:rPr lang="en-US" sz="1600" dirty="0">
                <a:latin typeface="Arial Rounded MT Bold" panose="020F0704030504030204" pitchFamily="34" charset="0"/>
              </a:rPr>
              <a:t> </a:t>
            </a:r>
            <a:r>
              <a:rPr lang="en-US" sz="1600" dirty="0" err="1">
                <a:latin typeface="Arial Rounded MT Bold" panose="020F0704030504030204" pitchFamily="34" charset="0"/>
              </a:rPr>
              <a:t>blockchains</a:t>
            </a:r>
            <a:r>
              <a:rPr lang="en-US" sz="1600" dirty="0">
                <a:latin typeface="Arial Rounded MT Bold" panose="020F0704030504030204" pitchFamily="34" charset="0"/>
              </a:rPr>
              <a:t> are certainly more censorship-resistant and tamper-proof than legacy databases</a:t>
            </a:r>
            <a:r>
              <a:rPr lang="en-US" sz="1600" dirty="0" smtClean="0">
                <a:latin typeface="Arial Rounded MT Bold" panose="020F0704030504030204" pitchFamily="34" charset="0"/>
              </a:rPr>
              <a:t>.</a:t>
            </a:r>
          </a:p>
          <a:p>
            <a:r>
              <a:rPr lang="en-US" sz="1600" dirty="0">
                <a:latin typeface="Arial Rounded MT Bold" panose="020F0704030504030204" pitchFamily="34" charset="0"/>
              </a:rPr>
              <a:t> </a:t>
            </a:r>
            <a:r>
              <a:rPr lang="en-US" sz="1600" dirty="0" err="1">
                <a:latin typeface="Arial Rounded MT Bold" panose="020F0704030504030204" pitchFamily="34" charset="0"/>
              </a:rPr>
              <a:t>blockchains</a:t>
            </a:r>
            <a:r>
              <a:rPr lang="en-US" sz="1600" dirty="0">
                <a:latin typeface="Arial Rounded MT Bold" panose="020F0704030504030204" pitchFamily="34" charset="0"/>
              </a:rPr>
              <a:t> are certainly more censorship-resistant and tamper-proof than legacy databases.</a:t>
            </a:r>
            <a:endParaRPr lang="en-IN" sz="1600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44242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</a:t>
            </a:r>
            <a:r>
              <a:rPr lang="en-US" dirty="0" err="1" smtClean="0"/>
              <a:t>blockchain</a:t>
            </a:r>
            <a:r>
              <a:rPr lang="en-US" dirty="0" smtClean="0"/>
              <a:t>…???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>
                <a:latin typeface="Bahnschrift" panose="020B0502040204020203" pitchFamily="34" charset="0"/>
              </a:rPr>
              <a:t>Block chain is a simple digital platform to record and verify the transactions, so that users cant erase them</a:t>
            </a:r>
          </a:p>
          <a:p>
            <a:r>
              <a:rPr lang="en-US" dirty="0">
                <a:latin typeface="Bahnschrift" panose="020B0502040204020203" pitchFamily="34" charset="0"/>
              </a:rPr>
              <a:t>A </a:t>
            </a:r>
            <a:r>
              <a:rPr lang="en-US" b="1" dirty="0" smtClean="0">
                <a:latin typeface="Bahnschrift" panose="020B0502040204020203" pitchFamily="34" charset="0"/>
              </a:rPr>
              <a:t>block chain</a:t>
            </a:r>
            <a:r>
              <a:rPr lang="en-US" dirty="0">
                <a:latin typeface="Bahnschrift" panose="020B0502040204020203" pitchFamily="34" charset="0"/>
              </a:rPr>
              <a:t> is a database that is shared across a network of computers</a:t>
            </a:r>
            <a:r>
              <a:rPr lang="en-US" dirty="0" smtClean="0">
                <a:latin typeface="Bahnschrift" panose="020B0502040204020203" pitchFamily="34" charset="0"/>
              </a:rPr>
              <a:t>.</a:t>
            </a:r>
          </a:p>
          <a:p>
            <a:r>
              <a:rPr lang="en-US" dirty="0" smtClean="0">
                <a:latin typeface="Bahnschrift" panose="020B0502040204020203" pitchFamily="34" charset="0"/>
              </a:rPr>
              <a:t>Block chain </a:t>
            </a:r>
            <a:r>
              <a:rPr lang="en-US" dirty="0">
                <a:latin typeface="Bahnschrift" panose="020B0502040204020203" pitchFamily="34" charset="0"/>
              </a:rPr>
              <a:t>is the technology that enables the movement of digital assets - Bitcoin, for example - from one individual person to another individual. </a:t>
            </a:r>
            <a:endParaRPr lang="en-US" dirty="0" smtClean="0">
              <a:latin typeface="Bahnschrift" panose="020B0502040204020203" pitchFamily="34" charset="0"/>
            </a:endParaRPr>
          </a:p>
          <a:p>
            <a:r>
              <a:rPr lang="en-US" dirty="0" smtClean="0">
                <a:latin typeface="Bahnschrift" panose="020B0502040204020203" pitchFamily="34" charset="0"/>
              </a:rPr>
              <a:t>It uses peer to peer type communication in the terms of data sharing</a:t>
            </a:r>
            <a:endParaRPr lang="en-IN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54906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Where to use….??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GIFT CARDS AND LOYALTY PROGRAMS. </a:t>
            </a:r>
            <a:endParaRPr lang="en-US" dirty="0" smtClean="0"/>
          </a:p>
          <a:p>
            <a:r>
              <a:rPr lang="en-IN" dirty="0" smtClean="0"/>
              <a:t>NOTARY</a:t>
            </a:r>
          </a:p>
          <a:p>
            <a:r>
              <a:rPr lang="en-IN" dirty="0"/>
              <a:t>NETWORKING AND IOT</a:t>
            </a:r>
            <a:r>
              <a:rPr lang="en-IN" dirty="0" smtClean="0"/>
              <a:t>.</a:t>
            </a:r>
          </a:p>
          <a:p>
            <a:r>
              <a:rPr lang="en-IN" dirty="0"/>
              <a:t>Anti-money laundering tracking </a:t>
            </a:r>
            <a:r>
              <a:rPr lang="en-IN" dirty="0" smtClean="0"/>
              <a:t>system</a:t>
            </a:r>
          </a:p>
          <a:p>
            <a:r>
              <a:rPr lang="en-IN" dirty="0"/>
              <a:t>Voting </a:t>
            </a:r>
            <a:r>
              <a:rPr lang="en-IN" dirty="0" smtClean="0"/>
              <a:t>mechanism</a:t>
            </a:r>
          </a:p>
          <a:p>
            <a:r>
              <a:rPr lang="en-IN" dirty="0"/>
              <a:t>Cryptocurrency exchange</a:t>
            </a:r>
          </a:p>
        </p:txBody>
      </p:sp>
    </p:spTree>
    <p:extLst>
      <p:ext uri="{BB962C8B-B14F-4D97-AF65-F5344CB8AC3E}">
        <p14:creationId xmlns:p14="http://schemas.microsoft.com/office/powerpoint/2010/main" val="27659240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it works…???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070066" y="1840940"/>
            <a:ext cx="9326880" cy="331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8446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900">
        <p14:glitter pattern="hexago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mechanism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dirty="0" err="1"/>
              <a:t>blockchain</a:t>
            </a:r>
            <a:r>
              <a:rPr lang="en-US" dirty="0"/>
              <a:t> is simply a chain of blocks that contains information. Each block has a cryptographic hash of the previous block, a timestamp, and transaction data</a:t>
            </a:r>
            <a:r>
              <a:rPr lang="en-US" dirty="0" smtClean="0"/>
              <a:t>.</a:t>
            </a:r>
          </a:p>
          <a:p>
            <a:r>
              <a:rPr lang="en-US" dirty="0"/>
              <a:t>As it is distributed, </a:t>
            </a:r>
            <a:r>
              <a:rPr lang="en-US" dirty="0" err="1"/>
              <a:t>Blockchain</a:t>
            </a:r>
            <a:r>
              <a:rPr lang="en-US" dirty="0"/>
              <a:t> is typically managed by a peer-to-peer network working simultaneously </a:t>
            </a:r>
            <a:r>
              <a:rPr lang="en-US" dirty="0" smtClean="0"/>
              <a:t>together</a:t>
            </a:r>
          </a:p>
          <a:p>
            <a:r>
              <a:rPr lang="en-US" dirty="0"/>
              <a:t> Once recorded, the data in any given block cannot be updated retroactively without changing all subsequent blocks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081840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Benefits of using block chain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Security</a:t>
            </a:r>
          </a:p>
          <a:p>
            <a:r>
              <a:rPr lang="en-US" dirty="0" smtClean="0"/>
              <a:t>Faster processing</a:t>
            </a:r>
          </a:p>
          <a:p>
            <a:r>
              <a:rPr lang="en-US" dirty="0" smtClean="0"/>
              <a:t>Immutable</a:t>
            </a:r>
          </a:p>
          <a:p>
            <a:r>
              <a:rPr lang="en-US" dirty="0" smtClean="0"/>
              <a:t>No downtime</a:t>
            </a:r>
            <a:endParaRPr lang="en-US" dirty="0"/>
          </a:p>
          <a:p>
            <a:r>
              <a:rPr lang="en-US" dirty="0"/>
              <a:t>Zero percentage of fraud</a:t>
            </a:r>
          </a:p>
          <a:p>
            <a:r>
              <a:rPr lang="en-US" dirty="0"/>
              <a:t>No </a:t>
            </a:r>
            <a:r>
              <a:rPr lang="en-US" dirty="0" err="1"/>
              <a:t>govt</a:t>
            </a:r>
            <a:r>
              <a:rPr lang="en-US" dirty="0"/>
              <a:t> interference</a:t>
            </a:r>
          </a:p>
          <a:p>
            <a:endParaRPr lang="en-US" dirty="0" smtClean="0"/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937" y="2281237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7174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 in using block chain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 smtClean="0"/>
              <a:t>High power consumption</a:t>
            </a:r>
          </a:p>
          <a:p>
            <a:r>
              <a:rPr lang="en-US" dirty="0" smtClean="0"/>
              <a:t>Expensive </a:t>
            </a:r>
          </a:p>
          <a:p>
            <a:r>
              <a:rPr lang="en-US" dirty="0" smtClean="0"/>
              <a:t>Uncertain regulatory status</a:t>
            </a:r>
          </a:p>
          <a:p>
            <a:r>
              <a:rPr lang="en-US" dirty="0" smtClean="0"/>
              <a:t>Need more resources</a:t>
            </a:r>
          </a:p>
          <a:p>
            <a:r>
              <a:rPr lang="en-US" dirty="0" smtClean="0"/>
              <a:t>Extremely volatile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6099" y="2164995"/>
            <a:ext cx="3832225" cy="2864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9515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Block chain in </a:t>
            </a:r>
            <a:r>
              <a:rPr lang="en-US" dirty="0" err="1" smtClean="0"/>
              <a:t>a.p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 smtClean="0"/>
              <a:t>In our </a:t>
            </a:r>
            <a:r>
              <a:rPr lang="en-US" dirty="0" err="1" smtClean="0"/>
              <a:t>country,Andhra</a:t>
            </a:r>
            <a:r>
              <a:rPr lang="en-US" dirty="0" smtClean="0"/>
              <a:t> Pradesh is the first state,</a:t>
            </a:r>
          </a:p>
          <a:p>
            <a:pPr marL="0" indent="0">
              <a:buNone/>
            </a:pPr>
            <a:r>
              <a:rPr lang="en-US" dirty="0" smtClean="0"/>
              <a:t>     To implement governance  using the block chain</a:t>
            </a:r>
          </a:p>
          <a:p>
            <a:pPr marL="0" indent="0">
              <a:buNone/>
            </a:pPr>
            <a:r>
              <a:rPr lang="en-US" dirty="0" smtClean="0"/>
              <a:t>     Under the tenure of,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              </a:t>
            </a:r>
            <a:r>
              <a:rPr lang="en-US" dirty="0" err="1" smtClean="0"/>
              <a:t>honble.nara</a:t>
            </a:r>
            <a:r>
              <a:rPr lang="en-US" dirty="0" smtClean="0"/>
              <a:t> </a:t>
            </a:r>
            <a:r>
              <a:rPr lang="en-US" dirty="0" err="1" smtClean="0"/>
              <a:t>chandrababu</a:t>
            </a:r>
            <a:r>
              <a:rPr lang="en-US" dirty="0" smtClean="0"/>
              <a:t> </a:t>
            </a:r>
            <a:r>
              <a:rPr lang="en-US" dirty="0" err="1" smtClean="0"/>
              <a:t>naidu</a:t>
            </a:r>
            <a:endParaRPr lang="en-IN" dirty="0"/>
          </a:p>
          <a:p>
            <a:pPr marL="0" indent="0">
              <a:buNone/>
            </a:pPr>
            <a:r>
              <a:rPr lang="en-US" dirty="0" smtClean="0"/>
              <a:t>It inaugurated in the 9</a:t>
            </a:r>
            <a:r>
              <a:rPr lang="en-US" baseline="30000" dirty="0" smtClean="0"/>
              <a:t>th</a:t>
            </a:r>
            <a:r>
              <a:rPr lang="en-US" dirty="0" smtClean="0"/>
              <a:t> October,2017.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6900" y="2090515"/>
            <a:ext cx="4133607" cy="3293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00830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Block chain be like::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 smtClean="0"/>
              <a:t>Because it is most under rated tech right now…!!!!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6312" y="2063396"/>
            <a:ext cx="3989388" cy="2965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3840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Research area in block chain: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 smtClean="0"/>
              <a:t>As of now, in many countries lot of experts are trying to </a:t>
            </a:r>
          </a:p>
          <a:p>
            <a:pPr marL="0" indent="0">
              <a:buNone/>
            </a:pPr>
            <a:r>
              <a:rPr lang="en-US" dirty="0" smtClean="0"/>
              <a:t>    Develop the block chain in a way to replace the databases</a:t>
            </a:r>
          </a:p>
          <a:p>
            <a:pPr marL="0" indent="0">
              <a:buNone/>
            </a:pPr>
            <a:r>
              <a:rPr lang="en-US" dirty="0" smtClean="0"/>
              <a:t>    With block chain.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2500" y="2063396"/>
            <a:ext cx="4178300" cy="3067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313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254000" y="1837765"/>
            <a:ext cx="11112500" cy="3661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1153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in Event">
  <a:themeElements>
    <a:clrScheme name="Main Event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Main Event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in Even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1EFBDE3-1A95-4E3D-81AD-1F53D65BEA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TM04033927[[fn=Main Event]]</Template>
  <TotalTime>222</TotalTime>
  <Words>234</Words>
  <Application>Microsoft Office PowerPoint</Application>
  <PresentationFormat>Widescreen</PresentationFormat>
  <Paragraphs>55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Arial Rounded MT Bold</vt:lpstr>
      <vt:lpstr>Bahnschrift</vt:lpstr>
      <vt:lpstr>Bradley Hand ITC</vt:lpstr>
      <vt:lpstr>Impact</vt:lpstr>
      <vt:lpstr>Lucida Handwriting</vt:lpstr>
      <vt:lpstr>Verdana</vt:lpstr>
      <vt:lpstr>Main Event</vt:lpstr>
      <vt:lpstr>block chain</vt:lpstr>
      <vt:lpstr>3   “Wh’s”</vt:lpstr>
      <vt:lpstr>Why block chain……???</vt:lpstr>
      <vt:lpstr>What is blockchain…???</vt:lpstr>
      <vt:lpstr>Where to use….??</vt:lpstr>
      <vt:lpstr>How it works…???</vt:lpstr>
      <vt:lpstr>mechanism</vt:lpstr>
      <vt:lpstr>Benefits of using block chain</vt:lpstr>
      <vt:lpstr>Cons in using block chain</vt:lpstr>
      <vt:lpstr>Block chain in a.p</vt:lpstr>
      <vt:lpstr>Block chain be like::</vt:lpstr>
      <vt:lpstr>Research area in block chain: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block chain</dc:title>
  <dc:creator>vivek chowdary</dc:creator>
  <cp:lastModifiedBy>vivek chowdary</cp:lastModifiedBy>
  <cp:revision>18</cp:revision>
  <dcterms:created xsi:type="dcterms:W3CDTF">2020-01-31T13:03:02Z</dcterms:created>
  <dcterms:modified xsi:type="dcterms:W3CDTF">2020-01-31T17:01:35Z</dcterms:modified>
</cp:coreProperties>
</file>